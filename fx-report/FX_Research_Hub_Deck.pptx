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FX Research Hub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24688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Update · Internal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3108960"/>
            <a:ext cx="274320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3383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Tenpay Global FX Team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3749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Built This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260604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188720"/>
            <a:ext cx="260604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4630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Shift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1920240"/>
            <a:ext cx="2240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Cross-border payments is moving from channel competition to service competition. Price and speed alone no longer differentiate.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520440" y="1188720"/>
            <a:ext cx="260604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520440" y="1188720"/>
            <a:ext cx="260604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9" name="Text 7"/>
          <p:cNvSpPr/>
          <p:nvPr/>
        </p:nvSpPr>
        <p:spPr>
          <a:xfrm>
            <a:off x="3703320" y="14630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Need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703320" y="1920240"/>
            <a:ext cx="2240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ask about corridor FX trends, central bank moves, and market outlook — we lack a standardized way to respond.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09360" y="1188720"/>
            <a:ext cx="260604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309360" y="1188720"/>
            <a:ext cx="260604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14630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Opportunity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92240" y="1920240"/>
            <a:ext cx="2240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can now understand financial context, search real-time news, and generate structured analysis — making this feasible at near-zero marginal cost.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4297680"/>
            <a:ext cx="7680960" cy="54864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42976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+ Data + AI = Product Opportunity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independent FX research product that integrates multi-source market data, regional knowledge, and AI-powered news analysis to auto-generate client-specific FX research reports.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920240"/>
            <a:ext cx="7680960" cy="685800"/>
          </a:xfrm>
          <a:prstGeom prst="rect">
            <a:avLst/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920240"/>
            <a:ext cx="54864" cy="6858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92024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Data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0" y="192024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ECB · Bloomberg · ExchangeRate-API · Alpha Vantage · Open Exchange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currency pairs · real-time + historical · volatility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2697480"/>
            <a:ext cx="7680960" cy="685800"/>
          </a:xfrm>
          <a:prstGeom prst="rect">
            <a:avLst/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2697480"/>
            <a:ext cx="54864" cy="6858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69748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43200" y="269748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market analysis frameworks · Central bank policy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Corridor templates · Macro indicators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3474720"/>
            <a:ext cx="7680960" cy="685800"/>
          </a:xfrm>
          <a:prstGeom prst="rect">
            <a:avLst/>
          </a:prstGeom>
          <a:solidFill>
            <a:srgbClr val="EDE9FE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3474720"/>
            <a:ext cx="54864" cy="685800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347472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743200" y="347472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news search · Market commentary generation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analysis (bullish / bearish)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4251960"/>
            <a:ext cx="7680960" cy="685800"/>
          </a:xfrm>
          <a:prstGeom prst="rect">
            <a:avLst/>
          </a:prstGeom>
          <a:solidFill>
            <a:srgbClr val="F0FDFA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4251960"/>
            <a:ext cx="54864" cy="6858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42519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Layer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743200" y="425196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profiles · Corridor config · Report preferences · Tier pricing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Features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2606040" cy="169164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1887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68680" y="15544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Client-Specific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19202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tailored to each client's corridors, volume, and risk profile. Not one-size-fits-all.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520440" y="1097280"/>
            <a:ext cx="2606040" cy="169164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0" y="11887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657600" y="15544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&amp; Monetizable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0" y="19202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basic reports for retention; premium tiers (daily, more corridors, hedging) as paid add-on.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309360" y="1097280"/>
            <a:ext cx="2606040" cy="169164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11887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446520" y="15544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Traceable Data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46520" y="19202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data sources with auto-failover. Every data point cited. Auditable.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3017520"/>
            <a:ext cx="2606040" cy="169164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31089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68680" y="34747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Investment-Grade Output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68680" y="384048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Goldman/Barclays-quality layout. Heatmaps, vol curves, bilingual, PDF/HTML.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520440" y="3017520"/>
            <a:ext cx="2606040" cy="169164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0" y="31089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57600" y="34747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Controllable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657600" y="384048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input for analysis focus. Built-in templates. AI commentary is editable before publish.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Status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complete — end-to-end capability ready for use.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192024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73736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31520" y="24688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005840" y="2926080"/>
            <a:ext cx="13716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063240"/>
            <a:ext cx="1920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ECB · Bloomberg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ExchangeRate-API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Vantage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Exchange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834640" y="1554480"/>
            <a:ext cx="192024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834640" y="173736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2834640" y="24688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 Pairs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108960" y="2926080"/>
            <a:ext cx="13716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34640" y="3063240"/>
            <a:ext cx="1920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+ historical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Volatility metrics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Auto-failover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937760" y="1554480"/>
            <a:ext cx="192024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37760" y="173736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4937760" y="24688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Profiles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212080" y="2926080"/>
            <a:ext cx="13716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3063240"/>
            <a:ext cx="1920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Vietnam PSP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Malaysia PSP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Philippines PSP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more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040880" y="1554480"/>
            <a:ext cx="192024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040880" y="173736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5+</a:t>
            </a:r>
            <a:endParaRPr lang="en-US" sz="4200" dirty="0"/>
          </a:p>
        </p:txBody>
      </p:sp>
      <p:sp>
        <p:nvSpPr>
          <p:cNvPr id="21" name="Text 19"/>
          <p:cNvSpPr/>
          <p:nvPr/>
        </p:nvSpPr>
        <p:spPr>
          <a:xfrm>
            <a:off x="7040880" y="24688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Generated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315200" y="2926080"/>
            <a:ext cx="13716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40880" y="3063240"/>
            <a:ext cx="1920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samples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for review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+ HTML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2697480" cy="3200400"/>
          </a:xfrm>
          <a:prstGeom prst="rect">
            <a:avLst/>
          </a:prstGeom>
          <a:solidFill>
            <a:srgbClr val="2A3573"/>
          </a:solidFill>
          <a:ln w="12700">
            <a:solidFill>
              <a:srgbClr val="3D4A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14400" y="20116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Stream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2560320"/>
            <a:ext cx="1371600" cy="0"/>
          </a:xfrm>
          <a:prstGeom prst="line">
            <a:avLst/>
          </a:prstGeom>
          <a:noFill/>
          <a:ln w="254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697480"/>
            <a:ext cx="2331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pricing: basic (free) for retention, premium for revenue. FX reports become an independent product line.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11880" y="1188720"/>
            <a:ext cx="2697480" cy="3200400"/>
          </a:xfrm>
          <a:prstGeom prst="rect">
            <a:avLst/>
          </a:prstGeom>
          <a:solidFill>
            <a:srgbClr val="2A3573"/>
          </a:solidFill>
          <a:ln w="12700">
            <a:solidFill>
              <a:srgbClr val="3D4A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9476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94760" y="20116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Stickiness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794760" y="2560320"/>
            <a:ext cx="137160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94760" y="2697480"/>
            <a:ext cx="2331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stay not just for the payment channel, but for the FX insights. Deepens the partnership beyond transactions.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92240" y="1188720"/>
            <a:ext cx="2697480" cy="3200400"/>
          </a:xfrm>
          <a:prstGeom prst="rect">
            <a:avLst/>
          </a:prstGeom>
          <a:solidFill>
            <a:srgbClr val="2A3573"/>
          </a:solidFill>
          <a:ln w="12700">
            <a:solidFill>
              <a:srgbClr val="3D4A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675120" y="20116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Authority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675120" y="2560320"/>
            <a:ext cx="1371600" cy="0"/>
          </a:xfrm>
          <a:prstGeom prst="line">
            <a:avLst/>
          </a:prstGeom>
          <a:noFill/>
          <a:ln w="254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0" y="2697480"/>
            <a:ext cx="2331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Investment-grade output positions Tenpay Global as a knowledgeable FX partner, not just a payment pipe.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64592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25603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+ Data + AI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0" y="3200400"/>
            <a:ext cx="274320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34747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Tenpay Global FX Team ·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FX Research Hub - Product Update</dc:title>
  <dc:subject>PptxGenJS Presentation</dc:subject>
  <dc:creator>Tenpay Global FX Team</dc:creator>
  <cp:lastModifiedBy>Tenpay Global FX Team</cp:lastModifiedBy>
  <cp:revision>1</cp:revision>
  <dcterms:created xsi:type="dcterms:W3CDTF">2026-03-05T07:56:38Z</dcterms:created>
  <dcterms:modified xsi:type="dcterms:W3CDTF">2026-03-05T07:56:38Z</dcterms:modified>
</cp:coreProperties>
</file>