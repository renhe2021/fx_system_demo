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FX AI Toolbox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ADCFC"/>
                </a:solidFill>
              </a:defRPr>
            </a:pPr>
            <a:r>
              <a:t>How I Built My Toolkit, and How It Changed the Way I Think</a:t>
            </a:r>
            <a:br/>
            <a:r>
              <a:t>Internal Sharing  |  2026-03-19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i="1">
                <a:solidFill>
                  <a:srgbClr val="CADCFC"/>
                </a:solidFill>
              </a:defRPr>
            </a:pPr>
            <a:r>
              <a:t>"Make every decision backed by data."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Even if it doesn't guarantee a win, at least you know what you're betting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Before vs After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4023360" cy="365760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990011"/>
                </a:solidFill>
              </a:defRPr>
            </a:pPr>
            <a: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Hand-coded Notebooks, code scattered everywhere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Change one parameter, re-run everything. Half a day gone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Trading decisions? Mostly gut feel. Win rate? No clue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One scenario at a time, that's all you 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97280"/>
            <a:ext cx="4023360" cy="3657600"/>
          </a:xfrm>
          <a:prstGeom prst="rect">
            <a:avLst/>
          </a:prstGeom>
          <a:solidFill>
            <a:srgbClr val="E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9488"/>
                </a:solidFill>
              </a:defRPr>
            </a:pPr>
            <a:r>
              <a:t>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Standardized engine, one-click full sweep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Heatmap scan, results in minutes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Win rate, Sharpe, Max Drawdown - all quantified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Multi-strategy, multi-currency, multi-param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CADCFC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思维方式转变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Real Change: How You Think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4023360" cy="365760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990011"/>
                </a:solidFill>
              </a:defRPr>
            </a:pPr>
            <a:r>
              <a:t>The Old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Requirement &gt; Dev team &gt; Wait &gt; Deploy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Slow: weeks or months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Expensive: dev resources are scarce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Hard to change: full cycle again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97280"/>
            <a:ext cx="4023360" cy="3657600"/>
          </a:xfrm>
          <a:prstGeom prst="rect">
            <a:avLst/>
          </a:prstGeom>
          <a:solidFill>
            <a:srgbClr val="E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9488"/>
                </a:solidFill>
              </a:defRPr>
            </a:pPr>
            <a:r>
              <a:t>The AI 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Idea &gt; AI builds it &gt; Iterate &gt; Ship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Fast: prototype in minutes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Cheap: YOU are the developer now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Easy to change: tweak prompt, re-run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From "what feature do I need" → "what capability do I need"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Not AI replacing people.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It's giving everyone a tireless assistant.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以前是「我要什么功能」→ 现在是「我要什么能力」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核心变化：以前你得想清楚每个细节再提需求；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        现在你只要知道你要解决什么问题就行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CADCFC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Friday Night Strategy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Wait, what's a weekend pre-lock?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What is it?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Companies lock in next week's FX rate on Friday to avoid weekend volatility risk.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Think of it as buying insurance before the storm.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Why trade on Friday night?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Liquidity drops, volatility spikes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USDCNH often has surprise moves over weekends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= Statistical arbitrage opportunity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Strategy Logic (dead simple):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Entry: Friday 21:00 UTC  |  Exit: Saturday 02:00 UTC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I built it: 4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Define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39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Friday 21:00 open</a:t>
            </a:r>
            <a:br/>
            <a:r>
              <a:t>Saturday 02:00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6517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280160"/>
            <a:ext cx="1828800" cy="3200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77439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Bloomberg 10min data</a:t>
            </a:r>
            <a:br/>
            <a:r>
              <a:t>auto-download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517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280160"/>
            <a:ext cx="1828800" cy="3200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Backtest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377439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BacktestEngine +</a:t>
            </a:r>
            <a:br/>
            <a:r>
              <a:t>parameter grid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517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1280160"/>
            <a:ext cx="1828800" cy="32004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Visualize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377439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Heatmap, Sharpe,</a:t>
            </a:r>
            <a:br/>
            <a:r>
              <a:t>win rate, monthly PnL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backtest engine: parameter grid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What we scan: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Pre-lock confidence: 0.70 ~ 0.95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Forecast sensitivity: 0.001 ~ 0.009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What we measure: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PnL, Sharpe Ratio, Win Rate, Max Drawdown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Trade Count, Monthly Returns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Method: Grid search, all combos in parallel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Engine: BacktestEngine + FridayNightStrategy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difference is night and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4023360" cy="365760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990011"/>
                </a:solidFill>
              </a:defRPr>
            </a:pPr>
            <a:r>
              <a:t>BEFORE: Notebook 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Change one param, re-run, wait... repeat 50x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Half a day per parameter set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Guess based on experience, no global view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Screenshot, paste in chat, messy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97280"/>
            <a:ext cx="4023360" cy="3657600"/>
          </a:xfrm>
          <a:prstGeom prst="rect">
            <a:avLst/>
          </a:prstGeom>
          <a:solidFill>
            <a:srgbClr val="E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9488"/>
                </a:solidFill>
              </a:defRPr>
            </a:pPr>
            <a:r>
              <a:t>AFTER: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One-click full grid scan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Minutes, not hours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Heatmap - darkest area = best combo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Web UI, send a link, done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Let me show you for real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Strategy Lab  &gt;  Friday Night Strategy  &gt;  Parameter Scan  &gt;  Heatmap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Watch: what used to take half a day now takes about a minute.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演示流程：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1. 打开 Strategy Lab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2. 选 Friday Night Strategy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3. 设参数范围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4. 点「开始回测」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5. 等热力图出来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6459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D9488"/>
                </a:solidFill>
              </a:defRPr>
            </a:pPr>
            <a:r>
              <a:t>50+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参数组合穷举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6459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D9488"/>
                </a:solidFill>
              </a:defRPr>
            </a:pPr>
            <a:r>
              <a:t>~1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热力图生成时间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D9488"/>
                </a:solidFill>
              </a:defRPr>
            </a:pPr>
            <a:r>
              <a:t>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效率提升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CADCFC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工具箱全家福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 Tools, Same Pattern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Friday Night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Markup Pricing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PnL Analysis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Historical price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Monthly trade volume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PnL CSV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Backtest report / heatmap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Markup matrix / revenue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9-dimension analysis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Core tech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BBG API + backtest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Vol calc + optimizer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Pandas + Excel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AI used?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Nope (pure quant)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Nope (pure calc)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Nope (pure analysis)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i="1">
                <a:solidFill>
                  <a:srgbClr val="CADCFC"/>
                </a:solidFill>
              </a:defRPr>
            </a:pPr>
            <a:r>
              <a:t>"Hand off the repetitive stuff to machines.</a:t>
            </a:r>
            <a:br/>
            <a:r>
              <a:t>Spend your time making decisions."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把重复的活交给机器，把时间省下来做判断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Full Toolkit (7 Tools)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560320" cy="1645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BMAD Quant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377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Bloomberg data toolkit</a:t>
            </a:r>
            <a:br/>
            <a:r>
              <a:t>Weekend lock-rate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39" y="1188720"/>
            <a:ext cx="2560320" cy="1645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79" y="128016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Strategy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79" y="1737360"/>
            <a:ext cx="2377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Web backtesting platform</a:t>
            </a:r>
            <a:br/>
            <a:r>
              <a:t>MA Cross + Friday Night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1188720"/>
            <a:ext cx="2560320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19" y="128016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Markup 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19" y="1737360"/>
            <a:ext cx="2377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Pricing engine</a:t>
            </a:r>
            <a:br/>
            <a:r>
              <a:t>Vol-weighted / target revenue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2560320" cy="164592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PnL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2377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P&amp;L analytics</a:t>
            </a:r>
            <a:br/>
            <a:r>
              <a:t>Drag-drop / 9 dimensions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39" y="3108960"/>
            <a:ext cx="2560320" cy="1645920"/>
          </a:xfrm>
          <a:prstGeom prst="rect">
            <a:avLst/>
          </a:prstGeom>
          <a:solidFill>
            <a:srgbClr val="99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79" y="320040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FX Report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79" y="3657600"/>
            <a:ext cx="2377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AI research reports</a:t>
            </a:r>
            <a:br/>
            <a:r>
              <a:t>Client profiles + news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79" y="3108960"/>
            <a:ext cx="2560320" cy="164592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19" y="320040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Soros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19" y="3657600"/>
            <a:ext cx="2377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The AI brain</a:t>
            </a:r>
            <a:br/>
            <a:r>
              <a:t>19 tools + memory + reflection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29200"/>
            <a:ext cx="2560320" cy="1645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12064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LinHuiYin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77840"/>
            <a:ext cx="2377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Framework versatility</a:t>
            </a:r>
            <a:br/>
            <a:r>
              <a:t>Swap persona = new agent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CADCFC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AI Agent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Soros Agent: What's Inside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6459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D9488"/>
                </a:solidFill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6459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D9488"/>
                </a:solidFill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Skill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D9488"/>
                </a:solidFill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Memory Zones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Soros Agent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19 Tools: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News search, market data, knowledge management, internal big data platform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8 Skill Modules: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Reflexivity theory, crisis cases, central bank analysis, macro trades...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Memory System: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Remembers across conversations - playbook rules, prediction tracking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Reflection Engine: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4-dimensional quality scoring, auto self-calibration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Soros works: research-first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Search externally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39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News + research</a:t>
            </a:r>
            <a:br/>
            <a:r>
              <a:t>+ live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6517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280160"/>
            <a:ext cx="1828800" cy="3200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Check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77439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Past analyses &amp;</a:t>
            </a:r>
            <a:br/>
            <a:r>
              <a:t>accumulated 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517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280160"/>
            <a:ext cx="1828800" cy="3200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Cross-validate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377439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News vs data</a:t>
            </a:r>
            <a:br/>
            <a:r>
              <a:t>contradictions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517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1280160"/>
            <a:ext cx="1828800" cy="32004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Probabilistic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377439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base 60% / bull 25%</a:t>
            </a:r>
            <a:br/>
            <a:r>
              <a:t>/ tail 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6517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280160"/>
            <a:ext cx="1828800" cy="3200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Save 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39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Auto-stored in</a:t>
            </a:r>
            <a:br/>
            <a:r>
              <a:t>knowledge base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i="1">
                <a:solidFill>
                  <a:srgbClr val="CADCFC"/>
                </a:solidFill>
              </a:defRPr>
            </a:pPr>
            <a:r>
              <a:t>"Know what you know,</a:t>
            </a:r>
            <a:br/>
            <a:r>
              <a:t>and know what you don't."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If uncertain, call deep_research. Never make stuff up.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Build your own AI toolkit: 4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Define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39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Persona +</a:t>
            </a:r>
            <a:br/>
            <a:r>
              <a:t>capability boundaries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6517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280160"/>
            <a:ext cx="1828800" cy="3200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Inject 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77439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Domain knowledge</a:t>
            </a:r>
            <a:br/>
            <a:r>
              <a:t>+ skill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517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280160"/>
            <a:ext cx="1828800" cy="3200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Connect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377439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External data +</a:t>
            </a:r>
            <a:br/>
            <a:r>
              <a:t>internal platforms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517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1280160"/>
            <a:ext cx="1828800" cy="32004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Keep Evolving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377439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Reflection</a:t>
            </a:r>
            <a:br/>
            <a:r>
              <a:t>+ memory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CADCFC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方法论与展望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Where else can you use this?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560320" cy="1645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377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Plug in trade data</a:t>
            </a:r>
            <a:br/>
            <a:r>
              <a:t>auto-monitor exposure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39" y="1188720"/>
            <a:ext cx="2560320" cy="1645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79" y="128016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79" y="1737360"/>
            <a:ext cx="2377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Auto-check if trades</a:t>
            </a:r>
            <a:br/>
            <a:r>
              <a:t>meet requirements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2560320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Client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2377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Build smart assistant</a:t>
            </a:r>
            <a:br/>
            <a:r>
              <a:t>with Agent framework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39" y="3108960"/>
            <a:ext cx="2560320" cy="164592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79" y="320040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Market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79" y="3657600"/>
            <a:ext cx="2377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Soros Agent is</a:t>
            </a:r>
            <a:br/>
            <a:r>
              <a:t>literally an example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Two things to take 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1. Make every decision backed by data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 That's the whole point of building these tools. Not guaranteeing wins,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 but knowing what you're betting on.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2. From idea to reality can be really fast now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 The key change is in your head, not in the tech.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 Stop waiting for someone to build it. Start building it yourself.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第一，让每个决定都有数据依据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第二，从想法到实现，其实可以很快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ADCFC"/>
                </a:solidFill>
              </a:defRPr>
            </a:pPr>
            <a:r>
              <a:t>Thanks! Ask me anything.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Make every decision backed by data.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ADCFC"/>
                </a:solidFill>
              </a:defRPr>
            </a:pPr>
            <a:r>
              <a:t>Internal Sharing  |  2026-03-19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